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PRS Management System –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Automation of PRS creation, tracking, and supplier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Purpose: To streamline and automate the management of PRS (Payment Request Slips), supplier registration, and PO tracking with clear task statuses.</a:t>
            </a:r>
          </a:p>
          <a:p>
            <a:pPr/>
            <a:r>
              <a:t>Key Modules:</a:t>
            </a:r>
          </a:p>
          <a:p>
            <a:pPr/>
            <a:r>
              <a:t>- Login &amp; Dashboard</a:t>
            </a:r>
          </a:p>
          <a:p>
            <a:pPr/>
            <a:r>
              <a:t>- Supplier Registration</a:t>
            </a:r>
          </a:p>
          <a:p>
            <a:pPr/>
            <a:r>
              <a:t>- Supplier PO Entry</a:t>
            </a:r>
          </a:p>
          <a:p>
            <a:pPr/>
            <a:r>
              <a:t>- New PRS Creation</a:t>
            </a:r>
          </a:p>
          <a:p>
            <a:pPr/>
            <a:r>
              <a:t>- PRS Status (Completed / Pending)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&amp; Dashboard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Login Page: Authenticates users with credentials and redirects to Dashboard.</a:t>
            </a:r>
          </a:p>
          <a:p>
            <a:pPr/>
            <a:r>
              <a:t>Dashboard Features: Overview of all PRS types, shortcut cards to each module, summary of Completed &amp; Pending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PRS Status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Displays 7 PRS Types: Tour Advance, Local Conveyance, Expense Claim, Capex Advance PRS, Pre-payment PRS, Non Capex PRS, Monthly PRS.</a:t>
            </a:r>
          </a:p>
          <a:p>
            <a:pPr/>
            <a:r>
              <a:t>Each PRS Type Shows: Total Amount, Pending Task Count, Completed Task Count.</a:t>
            </a:r>
          </a:p>
          <a:p>
            <a:pPr/>
            <a:r>
              <a:t>Includes Date Filter (From–To) for period-based 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Supplier Name Auto Search.</a:t>
            </a:r>
          </a:p>
          <a:p>
            <a:pPr/>
            <a:r>
              <a:t>Validation for required fields (Supplier Name, Code).</a:t>
            </a:r>
          </a:p>
          <a:p>
            <a:pPr/>
            <a:r>
              <a:t>Dynamic dropdown for existing suppliers (Code, Email, Mobile, GSTIN).</a:t>
            </a:r>
          </a:p>
          <a:p>
            <a:pPr/>
            <a:r>
              <a:t>Form Includes: Supplier Name, Code, Email, Mobile, GSTIN, Status / Address.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PO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Create and edit Purchase Orders (POs).</a:t>
            </a:r>
          </a:p>
          <a:p>
            <a:pPr/>
            <a:r>
              <a:t>Dynamic supplier selection from master.</a:t>
            </a:r>
          </a:p>
          <a:p>
            <a:pPr/>
            <a:r>
              <a:t>Filter by date range (From–To).</a:t>
            </a:r>
          </a:p>
          <a:p>
            <a:pPr/>
            <a:r>
              <a:t>View PO history (Pending / Processed).</a:t>
            </a:r>
          </a:p>
          <a:p>
            <a:pPr/>
            <a:r>
              <a:t>Fields: Supplier Name, Department, RING No, PO No, Date, Amount, Payment Type, Invoice, Agreement Start/End.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Auto-fills PO details (Supplier, PO No, Amount, Date).</a:t>
            </a:r>
          </a:p>
          <a:p>
            <a:pPr/>
            <a:r>
              <a:t>Saves Bill No, Bill Date, Due Date, Amount, Comments.</a:t>
            </a:r>
          </a:p>
          <a:p>
            <a:pPr/>
            <a:r>
              <a:t>Search + Filter by Supplier, PO Date, Validity.</a:t>
            </a:r>
          </a:p>
          <a:p>
            <a:pPr/>
            <a:r>
              <a:t>Popup showing PO history (Processed / Not Processed).</a:t>
            </a:r>
          </a:p>
          <a:p>
            <a:pPr/>
            <a:r>
              <a:t>Filters PRS by month or period.</a:t>
            </a:r>
          </a:p>
          <a:p>
            <a:pPr/>
            <a:r>
              <a:t>PRS Types: Capex Advance, Pre-payment, Non Capex, Monthly PRS.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System Highlights: Centralized PRS tracking, automated supplier management, real-time PO &amp; PRS history, visual dashboard.</a:t>
            </a:r>
          </a:p>
          <a:p>
            <a:pPr/>
            <a:r>
              <a:t>Benefits: Reduces manual entry errors, improves processing speed, enhances transparency and accountability.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/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Role-based access control.</a:t>
            </a:r>
          </a:p>
          <a:p>
            <a:pPr/>
            <a:r>
              <a:t>Email alerts for pending PRS.</a:t>
            </a:r>
          </a:p>
          <a:p>
            <a:pPr/>
            <a:r>
              <a:t>Excel/PDF download of PRS reports.</a:t>
            </a:r>
          </a:p>
          <a:p>
            <a:pPr/>
            <a:r>
              <a:t>Integration with ERP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PRS Management System provides a complete digital workflow from supplier registration to PRS completion, ensuring accuracy, transparency, and efficiency in financial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